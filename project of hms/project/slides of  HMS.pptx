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3" r:id="rId9"/>
  </p:sldIdLst>
  <p:sldSz cx="14630400" cy="8229600"/>
  <p:notesSz cx="8229600" cy="14630400"/>
  <p:embeddedFontLs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132" y="-11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64A30-8DB2-4DEE-824C-3A918DC75F71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E1331-E344-4BB2-A49A-BBB445F49E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3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ADO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544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 Management System (HMS) Database Systems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119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Rabeel Fatima (Sp23-BSE-032)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299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Database Systems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480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Instructor: Sir Umar Rasheed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9661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13-06-2025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4156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kern="0" spc="-12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 Management System – Introduction &amp; Objectives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2534126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4633" y="2574548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93996" y="2608183"/>
            <a:ext cx="292715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Streamlined Operations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93996" y="3073956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patient, doctor, and appointment management.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93790" y="3849648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4633" y="3890070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493996" y="392370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Access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493996" y="4389477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secure login for all </a:t>
            </a:r>
            <a:r>
              <a:rPr lang="en-US" sz="1650" kern="0" spc="-34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and  doctor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r>
              <a:rPr lang="en-US" sz="165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93790" y="5165169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4633" y="520559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493996" y="5239226"/>
            <a:ext cx="284333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Scheduling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493996" y="5704999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efficient appointment booking and approval.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93790" y="6480691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4633" y="652111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493996" y="6554748"/>
            <a:ext cx="368272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Management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493996" y="7020520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medical records, billing, and real-time data.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25141"/>
            <a:ext cx="6971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Entities &amp; Database Design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74081"/>
            <a:ext cx="7556421" cy="4930378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218170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232541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Name, Gender, Address, Password, Email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7810" y="283202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514624" y="297572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Name, Email, Gender, Password, Specialization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14624" y="362604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413265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427636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Records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Patient ID, Doctor ID, Record ID, Condition, Medication, Surgeries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514588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14624" y="528959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Patient ID, Amount, Payment Status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7810" y="579620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514624" y="593990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Patient ID, Doctor ID, Appointment Date, Status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7810" y="644652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514624" y="659022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Username, Password, Role (</a:t>
            </a: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Doctor,Admin)</a:t>
            </a:r>
            <a:endParaRPr lang="en-US" sz="1750" dirty="0"/>
          </a:p>
        </p:txBody>
      </p:sp>
      <p:sp>
        <p:nvSpPr>
          <p:cNvPr id="9" name="TextBox 8"/>
          <p:cNvSpPr txBox="1"/>
          <p:nvPr/>
        </p:nvSpPr>
        <p:spPr>
          <a:xfrm>
            <a:off x="6287810" y="3482340"/>
            <a:ext cx="7087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Diagnosis:</a:t>
            </a:r>
            <a:r>
              <a:rPr lang="en-US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id, </a:t>
            </a:r>
            <a:r>
              <a:rPr lang="en-US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ID, Doctor ID, Record ID, Condition, Medication, Surgeries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3546"/>
            <a:ext cx="71988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Roles &amp; Functionalities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75248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60295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Doctor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09336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diagnosis of patients and  suggest medication and surgeries to patients.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3407093" y="360295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228320" y="409336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12" y="269563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78148" y="360295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/>
              <a:t>Admin</a:t>
            </a:r>
            <a:endParaRPr lang="en-US" sz="2200" b="1" dirty="0"/>
          </a:p>
        </p:txBody>
      </p:sp>
      <p:sp>
        <p:nvSpPr>
          <p:cNvPr id="12" name="Text 6"/>
          <p:cNvSpPr/>
          <p:nvPr/>
        </p:nvSpPr>
        <p:spPr>
          <a:xfrm>
            <a:off x="4015953" y="4106815"/>
            <a:ext cx="3084363" cy="159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billing details </a:t>
            </a: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,adding doctors,patients,appointments,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medicalrecords(add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update, delete).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619437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Doctors and admin can 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and signup securely. They select their role during the process.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4950"/>
            <a:ext cx="82150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Forms, Buttons, and UI Controls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30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Users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11848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Login, Signup, Exit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99409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Delete, Update, Logout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730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Other Forms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311848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Update, Delete, Exit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799409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Refresh, Search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5286970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for all entity data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3730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Controls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4311848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ComboBoxes (Gender, Role)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4799409"/>
            <a:ext cx="3978116" cy="408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Checkbox (Show/Hide Password)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8834" y="537882"/>
            <a:ext cx="3025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Dashboard: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59" y="1237129"/>
            <a:ext cx="12769994" cy="602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3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97741" y="605118"/>
            <a:ext cx="3509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ERD OF HMS: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317812"/>
            <a:ext cx="10286999" cy="613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02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72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21292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4855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&amp; Efficient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34614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hospital data with high security.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4621292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62982" y="4855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2982" y="534614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ensures ease of use.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0295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64047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89514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statistics and visual reporting.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548" y="6170295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62982" y="64047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2982" y="689514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C# Windows Forms, </a:t>
            </a:r>
            <a:r>
              <a:rPr lang="en-US" sz="1750" u="sng" kern="0" spc="-36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ADO.NET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SQL Server.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327</Words>
  <Application>Microsoft Office PowerPoint</Application>
  <PresentationFormat>Custom</PresentationFormat>
  <Paragraphs>62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Inter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NC</cp:lastModifiedBy>
  <cp:revision>6</cp:revision>
  <dcterms:created xsi:type="dcterms:W3CDTF">2025-06-13T03:11:51Z</dcterms:created>
  <dcterms:modified xsi:type="dcterms:W3CDTF">2025-07-10T10:08:39Z</dcterms:modified>
</cp:coreProperties>
</file>